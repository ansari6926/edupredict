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EduPredict: Academic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Mini Project</a:t>
            </a:r>
          </a:p>
          <a:p>
            <a:r>
              <a:t>SRM Institute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Predict student grades using ML.</a:t>
            </a:r>
          </a:p>
          <a:p>
            <a:r>
              <a:t>2. Identify at-risk students for early intervention.</a:t>
            </a:r>
          </a:p>
          <a:p>
            <a:r>
              <a:t>3. Visualize department-wise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